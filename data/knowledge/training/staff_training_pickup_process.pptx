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session covers the pickup process end to end. It takes about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Prioritize orders by the ready time shown in the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name does not match and no alternate was named, do not release the order. Offer to contact staff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Payment was only authorized at order time; it is charged when the customer picks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customers who are near the end of the hold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on this slide is the summary customers ask about most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Store pickup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Staff training</a:t>
            </a:r>
          </a:p>
          <a:p>
            <a:r>
              <a:t>Applies to all BuyWise stores</a:t>
            </a:r>
          </a:p>
          <a:p>
            <a:r>
              <a:t>Version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Order arrives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appears in the pickup queue with status Ready for pickup</a:t>
            </a:r>
          </a:p>
          <a:p>
            <a:r>
              <a:t>In-stock items: prepare within 2 hours</a:t>
            </a:r>
          </a:p>
          <a:p>
            <a:r>
              <a:t>Transferred items: 2-4 days, prepare on arrival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Customer arrives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for the order number</a:t>
            </a:r>
          </a:p>
          <a:p>
            <a:r>
              <a:t>Check photo ID</a:t>
            </a:r>
          </a:p>
          <a:p>
            <a:r>
              <a:t>Name must match the order or the named alternate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Hand 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 items to confirm the order</a:t>
            </a:r>
          </a:p>
          <a:p>
            <a:r>
              <a:t>Payment is captured at handover</a:t>
            </a:r>
          </a:p>
          <a:p>
            <a:r>
              <a:t>Status changes to Picked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Hold period and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Held 7 days after ready</a:t>
            </a:r>
          </a:p>
          <a:p>
            <a:r>
              <a:t>Then cancelled automatically, authorization released</a:t>
            </a:r>
          </a:p>
          <a:p>
            <a:r>
              <a:t>Last pickup 30 minutes before closing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Hold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 days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ID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Photo ID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Alternate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One, named at checkout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Last pickup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min before closing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training: store pickup process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